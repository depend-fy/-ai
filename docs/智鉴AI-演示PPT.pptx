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14314F"/>
                </a:solidFill>
              </a:rPr>
              <a:t>智鉴 AI（VeriMind AI）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4E79"/>
                </a:solidFill>
              </a:rPr>
              <a:t>多模型协同的 AI 幻觉检测、证据溯源、错误归因与自动修正系统</a:t>
            </a: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5F6B7A"/>
                </a:solidFill>
              </a:rPr>
              <a:t>把「相信一个模型」换成「一条可审计的校验流水线」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A7F37"/>
                </a:solidFill>
              </a:rPr>
              <a:t>每条结论都能点开证据　·　每个判断都能说出规则　·　每处不知道都如实标出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</a:rPr>
              <a:t>参赛作品演示　|　阶段 0–7 全部完成　|　237 项自动化测试　|　20 条人工确认标注集上的真实评测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本材料中的全部指标均来自真实运行，局限与失败案例一并列出。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问题：AI 生成内容里的六类幻觉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</a:rPr>
              <a:t>它们有一个共同点——光看文本看不出来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6949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937760"/>
              </a:tblGrid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类型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例子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事实错误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把 2015 年发表的论文写成 2008 年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虚构文献 / 不存在的 DOI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DOI 在注册机构查无此记录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引用与结论不匹配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真实论文，但没说过那句话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数值 / 时间 / 机构错误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把摘要里的 12% 写成 40%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逻辑推断过度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相关性被表述成因果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证据不足 / 来源冲突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同一个 DOI 在文中出现两个年份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15544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B42318"/>
                </a:solidFill>
              </a:rPr>
              <a:t>核心困难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</a:rPr>
              <a:t>同一个模型很难可靠地识别自己的错误：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它既可能漏掉自己的幻觉，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</a:rPr>
              <a:t>也可能把正确内容误判为错误。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所以我们不做一个「更会说话的模型」，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</a:rPr>
              <a:t>而是做一条能被追问的流水线。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截图位见下一页；本页为问题陈述，不含系统指标。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思路：把判断拆开、把结论交给规则、把修改交给复核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</a:rPr>
              <a:t>1. 拆成 11 个职责单一的环节：每一步都有明确输入输出，可单独测试（237 项测试全部离线可跑）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</a:rPr>
              <a:t>2. 大模型只产出结构化判断，不负责最终结论：6 种状态 / 8 类问题由可解释的规则表裁决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</a:rPr>
              <a:t>3. 判断分层：把「文献是否存在」「书目信息是否一致」「内容是否被支持」严格分开，禁止越界判断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</a:rPr>
              <a:t>4. 无证据不判错：「证据不足」「暂无法核验」是一等公民状态，绝不把「查不到」说成「错误」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</a:rPr>
              <a:t>5. 修正必须过独立复核：确定性护栏 + 跨厂商第二个模型，两项都过才允许改正文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222222"/>
                </a:solidFill>
              </a:rPr>
              <a:t>6. 失败要说出来：模型调用失败就降级并在报告里声明，不悄悄用规则结果冒充模型结果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212080"/>
            <a:ext cx="10515600" cy="1005840"/>
          </a:xfrm>
          <a:prstGeom prst="roundRect">
            <a:avLst/>
          </a:prstGeom>
          <a:solidFill>
            <a:srgbClr val="FFF6E5"/>
          </a:solidFill>
          <a:ln>
            <a:solidFill>
              <a:srgbClr val="F2D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7A4500"/>
                </a:solidFill>
              </a:rPr>
              <a:t>📷 可插入截图（首页）：项目定位 + 运行模式徽标「多模型协同」+ 七个能力徽标 + 「一键演示」按钮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首页：app.py；演示前先跑一次让结果进缓存，现场点「一键演示」约 0.3 秒完成。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系统架构：分层解耦，业务逻辑可独立测试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</a:rPr>
              <a:t>界面只负责展示与传 run_id，业务层是纯函数 + 数据契约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692640"/>
              </a:tblGrid>
              <a:tr h="655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层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职责与组件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UI 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首页 / 检测工作台 / 检测报告 / 评测 / 展示与答辩（Streamlit，中文）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编排层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pipeline.py：11 步编排、进度回调、错误隔离、调用预算、成本统计、降级声明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能力层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claims 拆解 · models 模型适配 · retrieval 检索 · verification 匹配与裁决 · correction 修正 · review 独立复核 · evaluation 评测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基础层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config（密钥脱敏）· schemas（Pydantic 数据契约）· enums · logging · storage（SQLite）· cache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外部服务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主模型 deepseek-chat · 独立复核 agnes-3.0-flash（跨厂商）· Crossref / OpenAlex / arXiv（免密钥）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为什么这样分层：将来要包 FastAPI 或多端复用，业务代码一行不用改。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数据流：11 步，每步都能回答「这一步凭什么」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6304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7772400"/>
                <a:gridCol w="2560320"/>
              </a:tblGrid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由谁完成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① 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输入校验 · 规则引擎拆解（基线，永远执行）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代码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大模型拆解主张（只给引用原文，位置由代码算）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主模型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文内一致性检查（同 DOI 两年份 / 同指标两数值）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代码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⑤ 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外部检索（Crossref/OpenAlex/arXiv）+ 元数据匹配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代码 + 外部服务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证据审查员：内容层面是否被支持（必须引用摘要原句）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主模型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规则裁决：6 状态 / 8 问题类型 / 缺失证据清单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规则表（不是模型）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事实审查员：这条主张要核验什么、最可能哪里出错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主模型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⑩ 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最小改动修正 → 跨厂商独立复核（确定性 + 语义共 5 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主模型 + 另一家模型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规则编号 I1–I4 / U1 / E1–E7 / N0–N6 全部写在报告里，可逐条追问。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核心创新点（1/2）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</a:rPr>
              <a:t>创新点 1：把「判断层面」变成类型级约束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「文献是真的」与「文献真的这么说」是两个问题。系统用 JudgedAspect 显式分层，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并用 Pydantic 校验器强制：用「仅元数据」的证据去判断内容层面，程序直接抛错——不是请求模型自觉，而是代码层面不可能越界。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</a:rPr>
              <a:t>创新点 2：模型不下最终结论，规则表负责裁决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大模型只输出可观察信号与怀疑方向；6 种状态、8 类问题、严重度由确定性规则表决定，每条结论都能说出命中了哪条规则。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</a:rPr>
              <a:t>创新点 3：确定性护栏拦住「看起来对的错误」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复核的五项检查里有三项由代码完成：① 改事实必须引用证据；② 修正后新出现的年份/数值/DOI 必须能在所引证据里找到；③ 不许出现原文与全部证据之外的内容。模型说「通过」也不能推翻代码的否决。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创新点 3 在真实运行中拦下过一条「把 2008 改成 2013 看似正确、实则把错误文献对应关系合法化」的修改。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核心创新点（2/2）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</a:rPr>
              <a:t>创新点 4：无证据不判错，并严格区分「不存在」与「查不到」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注册机构明确 404 才允许判「引用不存在」；网络失败只能说「暂无法核验」；查到论文但拿不到摘要则判「证据不足」，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绝不因为「查到了论文」就默认它支持原文的说法。实测误报率 10%（1/10），且该误报是「把正确事实说得过重」，不是凭空指控。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</a:rPr>
              <a:t>创新点 5：真正的跨厂商独立复核，并如实标注模式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「改的人」与「检查改得对不对的人」是两个不同厂商的模型；未配置独立复核时，界面与报告会写明「复核独立性有限」，绝不假装独立。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A7F37"/>
                </a:solidFill>
              </a:rPr>
              <a:t>一条贯穿始终的工程原则：数字必须能被追问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不给未经校准的「幻觉概率」、不给没有单价的成本金额、不给没跑过的对照数字；开发中我们甚至发现并修正了一个让修正成功率虚高的指标 Bug（详见工程页）。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报告与界面里所有「未启用 / 未实现 / 未确认」都如实标注。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现场演示：四幕剧本（总时长 8 分钟）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6304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91840"/>
                <a:gridCol w="6492240"/>
              </a:tblGrid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输入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要看的点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第 1 幕</a:t>
                      </a:r>
                    </a:p>
                    <a:p>
                      <a:r>
                        <a:t>1.5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虚构 DOI + 数值夸大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它说「不对劲」，但绝不说「这是错的」——状态停在「证据不足」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第 2 幕</a:t>
                      </a:r>
                    </a:p>
                    <a:p>
                      <a:r>
                        <a:t>2.5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真实 DOI + 年份写错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抓到真错（2013 vs 2008，命中 E2）；同时拒绝越界判断内容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第 3 幕</a:t>
                      </a:r>
                    </a:p>
                    <a:p>
                      <a:r>
                        <a:t>1.5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同上，滚到修正区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修正员提出 2008→2013，独立复核员**否决**了它，理由写得很具体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第 4 幕</a:t>
                      </a:r>
                    </a:p>
                    <a:p>
                      <a:r>
                        <a:t>1.5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评测页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全量 20 条真实指标 + 3 条失败案例 + 自曝局限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4663440"/>
            <a:ext cx="10515600" cy="1554480"/>
          </a:xfrm>
          <a:prstGeom prst="roundRect">
            <a:avLst/>
          </a:prstGeom>
          <a:solidFill>
            <a:srgbClr val="FFF6E5"/>
          </a:solidFill>
          <a:ln>
            <a:solidFill>
              <a:srgbClr val="F2D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7A4500"/>
                </a:solidFill>
              </a:rPr>
              <a:t>📷 建议插入 4 张截图，每幕一张：
① 工作台输入区（含 4 个示例按钮 + 运行前预估）　② 报告页主张卡片（原文高亮 + 命中规则 + 可点击证据）
③ 修正建议与独立复核区（五项检查、含 ❌ 与「未采用」标记）　④ 评测页指标卡片 + 混淆矩阵 + 失败案例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断网兜底：模型与检索结果均有本地缓存，重复演示 0 费用；必要时切离线规则引擎并在报告中如实标注。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实测结果：全量 20 条，两个基线对比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</a:rPr>
              <a:t>主模型 deepseek-chat + 跨厂商独立复核 agnes-3.0-flash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1115567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749039"/>
                <a:gridCol w="4114800"/>
              </a:tblGrid>
              <a:tr h="447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B1 离线规则引擎（不检索）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B2 完整流程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精确率 / 召回率 /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100% / 30.0%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90.9% / 100% / 95.2%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误报率 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10.0%（1/10，G02）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六状态完全一致率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85.0%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证据可追溯率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75.0%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修正成功率 / 剩余错误率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0% /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80% / 20%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新增错误率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0%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冷启动耗时 / 模型调用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 ms / 0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10.4 秒每用例 / 2.1 次每用例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冷启动 token（20 条合计）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93,846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复跑同一批用例命中缓存：0 次计费调用、平均 26 毫秒/用例，结果与首次一致。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失败案例：3 条，全部公开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</a:rPr>
              <a:t>没有隐藏的失败项——这是评测可信度的前提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768096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用例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标注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预测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性质与原因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G02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已核实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部分支持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误报：把正确的「LSTM 发表于 1997 年」说得过重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G05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存在矛盾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部分支持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状态不精确：确实标成可疑，但类型判错（2005 vs 实际 1997）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G11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已核实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证据不足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漏判：年份本可核验，却停在「证据不足」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023360"/>
            <a:ext cx="10515600" cy="2103120"/>
          </a:xfrm>
          <a:prstGeom prst="roundRect">
            <a:avLst/>
          </a:prstGeom>
          <a:solidFill>
            <a:srgbClr val="FFF6E5"/>
          </a:solidFill>
          <a:ln>
            <a:solidFill>
              <a:srgbClr val="F2D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7A4500"/>
                </a:solidFill>
              </a:rPr>
              <a:t>📷 截图位（评测页）：指标卡片（含误报率 10%）+ 混淆矩阵 + 「失败案例」列表 + 「实验说明与局限」
说明话术：我们最看重的不是精确率，而是误报率——一个总说「这可能有问」的系统在评测里会很漂亮，但没人敢用。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失败案例列表由程序自动产出（未命中 / 状态不一致 / 修正引入新事实），不经过人工筛选。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评测可信度：真值怎么来的、谁来确认的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A7F37"/>
                </a:solidFill>
              </a:rPr>
              <a:t>✔ 真值锚定在可复现的事实上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凡涉及文献的用例，都用 Crossref 实测确认（该 DOI 是否存在、实际年份是多少），并把实测结论写进每条用例的「真值来源」字段；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构造类用例（证据不足、文内矛盾）的真值来自文本自身。测试集 20 条，覆盖 7 类，每类 1–3 条。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7F37"/>
                </a:solidFill>
              </a:rPr>
              <a:t>✔ 20/20 经人工逐条确认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22222"/>
                </a:solidFill>
              </a:rPr>
              <a:t>书面记录留存：examples/golden_set_review.csv 中 20 行全部勾选「是」，无修改意见；每条用例的 human_comment 字段记录了确认信息。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A15C07"/>
                </a:solidFill>
              </a:rPr>
              <a:t>⚠ 我们主动声明仍然存在的三个偏差（写进报告每份存档）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</a:rPr>
              <a:t>① 标注由 AI 起草、逐条确认者即项目作者本人（同样了解系统实现）→ 自我实现偏差风险降低但未消除；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</a:rPr>
              <a:t>② 与被测系统同源（同一模型家族），未做双人独立标注，因此没有计算标注一致性（kappa）；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③ 样本量 20 条，按类别分组后每类仅 1–3 条，属于初步结果，不足以支撑统计显著性。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后续 P0：请不了解系统实现的人独立标注（或双人标注并计算 kappa），并把测试集扩到每类 ≥10 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工程可信度：数字必须能被追问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</a:rPr>
              <a:t>包括那些看起来漂亮的数字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20624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开发中真实修复的缺陷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为什么值得说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修正成功率虚高：未采用任何修正时按空文本判定，导致指标虚高（B1 20%、B2 100%）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改为按原文判定后真实值为 0% / 80%——不自查就会交出假数字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报告页 NameError：组件用了未导入的枚举，用户一打开报告就崩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237 个测试全绿却没抓到（只测了空状态）→ 补上「喂真实数据」的回归测试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rules.py 里未定义的 Span、三处未使用导入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由 pyflakes 静态检查发现；现在全仓 0 告警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rules.py 缺少 Span 导入 ｜ .env 被编码事故破坏 ｜ 成功路径缺失导致每次调用都报错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这些都发生在真实开发过程中，修复后均补了回归测试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当前工程质量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237 项自动化测试（全部离线可跑、零成本）　|　pyflakes 静态检查 0 告警　|　85 个受版本控制的文件　|　10+ 次阶段化提交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22222"/>
                </a:solidFill>
              </a:rPr>
              <a:t>每一次「测试通过」都不等于「应用没问题」：本项目的两个最严重缺陷都是靠实际运行与静态检查发现的，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而不是靠单元测试。这条经验已经写进 README 与提交记录。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所有修复都在 git 历史里可追溯（每次提交都写清了问题现象、原因与验证方式）。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局限与后续规划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</a:rPr>
              <a:t>先说做不到的，再说下一步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B42318"/>
                </a:solidFill>
              </a:rPr>
              <a:t>目前做不到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· 只读到摘要，没有通读全文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· 中文文献无法核验（Crossref/OpenAlex 没有中文库公开 API）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· 非学术事实无法核验（需要付费检索服务）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· 作者 / 机构类核验未实现（目前只做了年份与期刊）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· 跨语言期刊名刻意不判断（避免误报）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· B0 基线（让原模型自检）未实现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· 测试集 20 条、每类 1–3 条，样本量不足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A7F37"/>
                </a:solidFill>
              </a:rPr>
              <a:t>后续规划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P0　请不了解系统实现的人独立标注（或双人标注 + kappa）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P0　实现 B0 基线，回答「证据增强到底提升了多少」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P1　测试集扩到每类 ≥10 条，让指标具备统计意义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P1　接入开放获取全文（arXiv / Europe PMC）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P1　作者 / 机构类核验，补齐「人物与机构错误」这一类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222222"/>
                </a:solidFill>
              </a:rPr>
              <a:t>P2　期刊名跨语言映射表；付费检索源；用户反馈驱动的规则回归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局限不是免责声明，而是下一步的工作清单。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4314F"/>
                </a:solidFill>
              </a:rPr>
              <a:t>我们不做一个更会说话的模型，</a:t>
            </a: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14314F"/>
                </a:solidFill>
              </a:rPr>
              <a:t>我们做一条能被人追问的流水线：</a:t>
            </a:r>
          </a:p>
          <a:p>
            <a:pPr>
              <a:spcAft>
                <a:spcPts val="0"/>
              </a:spcAft>
            </a:pPr>
            <a:r>
              <a:rPr sz="2600" b="1">
                <a:solidFill>
                  <a:srgbClr val="1F4E79"/>
                </a:solidFill>
              </a:rPr>
              <a:t>每条结论都能点开证据，每个判断都能说出规则，每处不知道都如实标出。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5F6B7A"/>
                </a:solidFill>
              </a:rPr>
              <a:t>可当场复现：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pytest -q（237 项，零成本）　·　scripts/check_llm.py（主模型 + 独立复核连通性）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scripts/run_evaluation.py --baseline b1 --all（免费下界基线，20 条全量）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5F6B7A"/>
                </a:solidFill>
              </a:rPr>
              <a:t>scripts/run_demo.py --id real_doi_wrong_claim（旗舰样例完整报告）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智鉴 AI（VeriMind AI）· 全部指标来自真实运行，局限与失败案例一并列出。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4314F"/>
                </a:solidFill>
              </a:rPr>
              <a:t>附录：需要补的截图清单（11 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F6B7A"/>
                </a:solidFill>
              </a:rPr>
              <a:t>按此清单截图后替换到对应页面即可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786384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页面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要截到的内容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项目定位 + 运行模式徽标 + 七个能力徽标 + 一键演示按钮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检测工作台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4 个示例按钮 + 输入框 + 运行前预估 + 开始检测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检测报告（顶部）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统计卡片 + 6 状态徽标 + 下载完整报告按钮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检测报告（主张卡片）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原文高亮 + 判断理由 + 命中的规则编号 + 可点击证据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检测报告（证据条目）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来源 / 内容层级 / 判断层面 / 关系 + 标题 + 年份 + 链接 + 原始留档路径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检测报告（修正与复核）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五项检查（含 ❌）+「未采用」标记 + 复核者身份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检测报告（引擎交叉比对）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规则引擎与模型的分歧全记录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检测报告（系统局限）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系统自己声明做不到什么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评测页（概览）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用例总数 / 覆盖类别 / 人工已确认 20 条 + 标注表（含真值来源）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评测页（结果）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指标卡片 + 混淆矩阵 + 失败案例 + 实验说明与局限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命令行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</a:rPr>
                        <a:t>run_demo.py 的完整报告输出（体现可复现）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5F6B7A"/>
                </a:solidFill>
              </a:rPr>
              <a:t>截图前请先重启服务（改了 verimind/ 下的模块）或刷新浏览器（只改了 pages/ 与数据文件）。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